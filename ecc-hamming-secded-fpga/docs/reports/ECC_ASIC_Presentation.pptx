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Correction Codes for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On-Chip Memory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SECDED Design, RTL Implementation, and Reliability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4434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Attal  |  Dept. of Electronics &amp; Telecommunication Engineering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Vidyalankar Institute of Technology  |  ASIC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On-Chip Memory Needs ECC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21792"/>
            <a:ext cx="12801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21031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32888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267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errors are real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700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Cosmic-ray neutrons, alpha particles, and electrical noise silently flip stored bits -- no physical damage, but corrupted data.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3950208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234440" y="36850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scale with stakes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087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in commodity systems; unsafe outcomes in aerospace, automotive ADAS, medical devices, and data centers.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5367528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234440" y="5102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mitigation: ECC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504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redundant parity bits alongside data so a decoder can detect, and within limits correct, errors on readout.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Hamming SECDED: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21792"/>
            <a:ext cx="12801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Error Correction, Double Error Detection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parity bits satisfy 2^r ≥ k + r + 1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p_i = XOR of data bits whose position has bit i 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826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 overall parity bit → distinguishes 1-bit vs 2-bit errors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6583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42793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instantiations studied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Hamming(72,64)  —  64-bit data, 12.5% overhead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Hamming(13,8)   —   8-bit data, 62.5% overhead</a:t>
            </a:r>
            <a:endParaRPr lang="en-US" sz="1400" dirty="0"/>
          </a:p>
        </p:txBody>
      </p:sp>
      <p:pic>
        <p:nvPicPr>
          <p:cNvPr id="11" name="Image 0" descr="/home/claude/ppt/img/overhead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00200"/>
            <a:ext cx="4160520" cy="27249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452360" y="4434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falls sharply as word width grows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(parity scales as O(log k), data scales linearly)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Architecture &amp; FPGA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21792"/>
            <a:ext cx="12801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" y="177393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600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+ decoder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93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XOR-tree RTL, synthesizes directly to gate logic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57860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14400" y="24048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ECC-protected memory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340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around inferred Block RAM, 2-cycle read latency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" y="32095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port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38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port emulates single-event upsets for test purposes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187952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01421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device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Spartan-7 xc7s50csga324-1 (RealDigital Boolean Board)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/home/claude/ppt/img/schematic_hier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5193792"/>
            <a:ext cx="6035040" cy="12344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Vivado-elaborated schematic: top_ecc_demo on xc7s50csga324-1 — u_ecc_sram, u_injector, u_stats instantiated as symbols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Realization: Gate-Level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21792"/>
            <a:ext cx="12801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home/claude/ppt/img/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617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P1 parity-bit XOR tree (representative of P1/P2/P4/P8)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RTL to 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1488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parity bit = one XOR tree over its covered data bits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8986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Behavioural RTL unrolls to this exact gate structure at synthesis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6484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Full-custom path (planned): CMOS inverter, NAND2, NOR2 cells at transistor level in Cadence Virtuoso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39826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Cells to be composed hierarchically into the parity/syndrome logic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21792"/>
            <a:ext cx="12801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Hamming(72,64) — randomized 200-trial sweep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8640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Miscorr.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Hamming(13,8) — exhaustive 286-combination sweep (3-bit)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54864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(lucky)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Miscorrected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as double-error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92240" y="16459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2377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its design guarantee (≤2 bits), Hamming SECDED is 100% reliable.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99.3%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41605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miscorrection rate at 3 simultaneous bit errors — the decoder reports success while returning wrong data, and double_error is never raised.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28016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201168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simulation-verified Hamming SECDED codec (FPGA-targeted), two data widths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correctness within the code's design guarantee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97280" y="3566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fault injection quantifies failure beyond that guarantee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BCH(t=2) codec benchmarked against this SECDED baseline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815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FPGA resource utilization (LUT/FF) and timing closure analysis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7398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On-hardware radiation / fault-injection validation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2026-10-05T04:11:50Z</dcterms:created>
  <dcterms:modified xsi:type="dcterms:W3CDTF">2026-10-05T04:11:50Z</dcterms:modified>
</cp:coreProperties>
</file>